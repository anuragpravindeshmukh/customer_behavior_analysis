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32499300" cy="1828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284573" y="0"/>
            <a:ext cx="16224252" cy="18288000"/>
            <a:chOff x="0" y="0"/>
            <a:chExt cx="801198" cy="9031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01198" cy="903111"/>
            </a:xfrm>
            <a:custGeom>
              <a:avLst/>
              <a:gdLst/>
              <a:ahLst/>
              <a:cxnLst/>
              <a:rect r="r" b="b" t="t" l="l"/>
              <a:pathLst>
                <a:path h="903111" w="801198">
                  <a:moveTo>
                    <a:pt x="19564" y="0"/>
                  </a:moveTo>
                  <a:lnTo>
                    <a:pt x="781633" y="0"/>
                  </a:lnTo>
                  <a:cubicBezTo>
                    <a:pt x="792438" y="0"/>
                    <a:pt x="801198" y="8759"/>
                    <a:pt x="801198" y="19564"/>
                  </a:cubicBezTo>
                  <a:lnTo>
                    <a:pt x="801198" y="883547"/>
                  </a:lnTo>
                  <a:cubicBezTo>
                    <a:pt x="801198" y="894352"/>
                    <a:pt x="792438" y="903111"/>
                    <a:pt x="781633" y="903111"/>
                  </a:cubicBezTo>
                  <a:lnTo>
                    <a:pt x="19564" y="903111"/>
                  </a:lnTo>
                  <a:cubicBezTo>
                    <a:pt x="8759" y="903111"/>
                    <a:pt x="0" y="894352"/>
                    <a:pt x="0" y="883547"/>
                  </a:cubicBezTo>
                  <a:lnTo>
                    <a:pt x="0" y="19564"/>
                  </a:lnTo>
                  <a:cubicBezTo>
                    <a:pt x="0" y="8759"/>
                    <a:pt x="8759" y="0"/>
                    <a:pt x="19564" y="0"/>
                  </a:cubicBezTo>
                  <a:close/>
                </a:path>
              </a:pathLst>
            </a:custGeom>
            <a:blipFill>
              <a:blip r:embed="rId3"/>
              <a:stretch>
                <a:fillRect l="-6360" t="0" r="-6360" b="0"/>
              </a:stretch>
            </a:blipFill>
            <a:ln w="66675" cap="rnd">
              <a:solidFill>
                <a:srgbClr val="FFFFFF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73466" y="5119201"/>
            <a:ext cx="13920618" cy="9803589"/>
            <a:chOff x="0" y="0"/>
            <a:chExt cx="1213126" cy="8543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3126" cy="854343"/>
            </a:xfrm>
            <a:custGeom>
              <a:avLst/>
              <a:gdLst/>
              <a:ahLst/>
              <a:cxnLst/>
              <a:rect r="r" b="b" t="t" l="l"/>
              <a:pathLst>
                <a:path h="854343" w="1213126">
                  <a:moveTo>
                    <a:pt x="22802" y="0"/>
                  </a:moveTo>
                  <a:lnTo>
                    <a:pt x="1190324" y="0"/>
                  </a:lnTo>
                  <a:cubicBezTo>
                    <a:pt x="1202917" y="0"/>
                    <a:pt x="1213126" y="10209"/>
                    <a:pt x="1213126" y="22802"/>
                  </a:cubicBezTo>
                  <a:lnTo>
                    <a:pt x="1213126" y="831541"/>
                  </a:lnTo>
                  <a:cubicBezTo>
                    <a:pt x="1213126" y="844134"/>
                    <a:pt x="1202917" y="854343"/>
                    <a:pt x="1190324" y="854343"/>
                  </a:cubicBezTo>
                  <a:lnTo>
                    <a:pt x="22802" y="854343"/>
                  </a:lnTo>
                  <a:cubicBezTo>
                    <a:pt x="10209" y="854343"/>
                    <a:pt x="0" y="844134"/>
                    <a:pt x="0" y="831541"/>
                  </a:cubicBezTo>
                  <a:lnTo>
                    <a:pt x="0" y="22802"/>
                  </a:lnTo>
                  <a:cubicBezTo>
                    <a:pt x="0" y="10209"/>
                    <a:pt x="10209" y="0"/>
                    <a:pt x="22802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0997" r="0" b="-20997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621424" y="5075865"/>
            <a:ext cx="14058601" cy="10128617"/>
            <a:chOff x="0" y="0"/>
            <a:chExt cx="1152836" cy="8305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2836" cy="830569"/>
            </a:xfrm>
            <a:custGeom>
              <a:avLst/>
              <a:gdLst/>
              <a:ahLst/>
              <a:cxnLst/>
              <a:rect r="r" b="b" t="t" l="l"/>
              <a:pathLst>
                <a:path h="830569" w="1152836">
                  <a:moveTo>
                    <a:pt x="22578" y="0"/>
                  </a:moveTo>
                  <a:lnTo>
                    <a:pt x="1130258" y="0"/>
                  </a:lnTo>
                  <a:cubicBezTo>
                    <a:pt x="1136246" y="0"/>
                    <a:pt x="1141989" y="2379"/>
                    <a:pt x="1146223" y="6613"/>
                  </a:cubicBezTo>
                  <a:cubicBezTo>
                    <a:pt x="1150457" y="10847"/>
                    <a:pt x="1152836" y="16590"/>
                    <a:pt x="1152836" y="22578"/>
                  </a:cubicBezTo>
                  <a:lnTo>
                    <a:pt x="1152836" y="807990"/>
                  </a:lnTo>
                  <a:cubicBezTo>
                    <a:pt x="1152836" y="813979"/>
                    <a:pt x="1150457" y="819721"/>
                    <a:pt x="1146223" y="823956"/>
                  </a:cubicBezTo>
                  <a:cubicBezTo>
                    <a:pt x="1141989" y="828190"/>
                    <a:pt x="1136246" y="830569"/>
                    <a:pt x="1130258" y="830569"/>
                  </a:cubicBezTo>
                  <a:lnTo>
                    <a:pt x="22578" y="830569"/>
                  </a:lnTo>
                  <a:cubicBezTo>
                    <a:pt x="10109" y="830569"/>
                    <a:pt x="0" y="820460"/>
                    <a:pt x="0" y="807990"/>
                  </a:cubicBezTo>
                  <a:lnTo>
                    <a:pt x="0" y="22578"/>
                  </a:lnTo>
                  <a:cubicBezTo>
                    <a:pt x="0" y="16590"/>
                    <a:pt x="2379" y="10847"/>
                    <a:pt x="6613" y="6613"/>
                  </a:cubicBezTo>
                  <a:cubicBezTo>
                    <a:pt x="10847" y="2379"/>
                    <a:pt x="16590" y="0"/>
                    <a:pt x="22578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9400" r="0" b="-1940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DAHNkZHlUQI</dc:identifier>
  <dcterms:modified xsi:type="dcterms:W3CDTF">2011-08-01T06:04:30Z</dcterms:modified>
  <cp:revision>1</cp:revision>
  <dc:title>Customer Shopping Behavior Analysis.pdf</dc:title>
</cp:coreProperties>
</file>